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png" Type="http://schemas.openxmlformats.org/officeDocument/2006/relationships/image"/><Relationship Id="rId19" Target="../media/image35.png" Type="http://schemas.openxmlformats.org/officeDocument/2006/relationships/image"/><Relationship Id="rId2" Target="../media/image1.png" Type="http://schemas.openxmlformats.org/officeDocument/2006/relationships/image"/><Relationship Id="rId20" Target="../media/image36.png" Type="http://schemas.openxmlformats.org/officeDocument/2006/relationships/image"/><Relationship Id="rId21" Target="../media/image37.png" Type="http://schemas.openxmlformats.org/officeDocument/2006/relationships/image"/><Relationship Id="rId22" Target="../media/image38.png" Type="http://schemas.openxmlformats.org/officeDocument/2006/relationships/image"/><Relationship Id="rId23" Target="../media/image39.png" Type="http://schemas.openxmlformats.org/officeDocument/2006/relationships/image"/><Relationship Id="rId24" Target="../media/image4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14" Target="../media/image49.png" Type="http://schemas.openxmlformats.org/officeDocument/2006/relationships/image"/><Relationship Id="rId15" Target="../media/image50.png" Type="http://schemas.openxmlformats.org/officeDocument/2006/relationships/image"/><Relationship Id="rId16" Target="../media/image51.png" Type="http://schemas.openxmlformats.org/officeDocument/2006/relationships/image"/><Relationship Id="rId17" Target="../media/image52.png" Type="http://schemas.openxmlformats.org/officeDocument/2006/relationships/image"/><Relationship Id="rId18" Target="../media/image53.png" Type="http://schemas.openxmlformats.org/officeDocument/2006/relationships/image"/><Relationship Id="rId19" Target="../media/image54.png" Type="http://schemas.openxmlformats.org/officeDocument/2006/relationships/image"/><Relationship Id="rId2" Target="../media/image1.png" Type="http://schemas.openxmlformats.org/officeDocument/2006/relationships/image"/><Relationship Id="rId20" Target="../media/image55.png" Type="http://schemas.openxmlformats.org/officeDocument/2006/relationships/image"/><Relationship Id="rId21" Target="../media/image56.png" Type="http://schemas.openxmlformats.org/officeDocument/2006/relationships/image"/><Relationship Id="rId22" Target="../media/image57.png" Type="http://schemas.openxmlformats.org/officeDocument/2006/relationships/image"/><Relationship Id="rId23" Target="../media/image58.png" Type="http://schemas.openxmlformats.org/officeDocument/2006/relationships/image"/><Relationship Id="rId24" Target="../media/image59.png" Type="http://schemas.openxmlformats.org/officeDocument/2006/relationships/image"/><Relationship Id="rId25" Target="../media/image6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png" Type="http://schemas.openxmlformats.org/officeDocument/2006/relationships/image"/><Relationship Id="rId12" Target="../media/image72.png" Type="http://schemas.openxmlformats.org/officeDocument/2006/relationships/image"/><Relationship Id="rId13" Target="../media/image73.png" Type="http://schemas.openxmlformats.org/officeDocument/2006/relationships/image"/><Relationship Id="rId14" Target="../media/image74.png" Type="http://schemas.openxmlformats.org/officeDocument/2006/relationships/image"/><Relationship Id="rId15" Target="../media/image75.png" Type="http://schemas.openxmlformats.org/officeDocument/2006/relationships/image"/><Relationship Id="rId16" Target="../media/image76.png" Type="http://schemas.openxmlformats.org/officeDocument/2006/relationships/image"/><Relationship Id="rId17" Target="../media/image77.png" Type="http://schemas.openxmlformats.org/officeDocument/2006/relationships/image"/><Relationship Id="rId18" Target="../media/image7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7.png" Type="http://schemas.openxmlformats.org/officeDocument/2006/relationships/image"/><Relationship Id="rId7" Target="../media/image8.png" Type="http://schemas.openxmlformats.org/officeDocument/2006/relationships/image"/><Relationship Id="rId8" Target="../media/image68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80.png" Type="http://schemas.openxmlformats.org/officeDocument/2006/relationships/image"/><Relationship Id="rId13" Target="../media/image76.png" Type="http://schemas.openxmlformats.org/officeDocument/2006/relationships/image"/><Relationship Id="rId14" Target="../media/image81.png" Type="http://schemas.openxmlformats.org/officeDocument/2006/relationships/image"/><Relationship Id="rId15" Target="../media/image8.png" Type="http://schemas.openxmlformats.org/officeDocument/2006/relationships/image"/><Relationship Id="rId16" Target="../media/image70.png" Type="http://schemas.openxmlformats.org/officeDocument/2006/relationships/image"/><Relationship Id="rId17" Target="../media/image82.png" Type="http://schemas.openxmlformats.org/officeDocument/2006/relationships/image"/><Relationship Id="rId18" Target="../media/image8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7.png" Type="http://schemas.openxmlformats.org/officeDocument/2006/relationships/image"/><Relationship Id="rId7" Target="../media/image79.png" Type="http://schemas.openxmlformats.org/officeDocument/2006/relationships/image"/><Relationship Id="rId8" Target="../media/image69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0172700"/>
            <a:ext cx="9144000" cy="1143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78100" y="3733800"/>
            <a:ext cx="266700" cy="133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51100" y="3517900"/>
            <a:ext cx="4965700" cy="4318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74900" y="2997200"/>
            <a:ext cx="5118100" cy="3022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90800" y="1866900"/>
            <a:ext cx="2336800" cy="28956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0" y="2501900"/>
            <a:ext cx="2298700" cy="21590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73600" y="4025900"/>
            <a:ext cx="2451100" cy="22987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89200" y="4178300"/>
            <a:ext cx="2438400" cy="21844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638800" y="7061200"/>
            <a:ext cx="1778000" cy="13589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60500" y="2603500"/>
            <a:ext cx="1778000" cy="222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022600" y="6210300"/>
            <a:ext cx="355600" cy="134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397500" y="6972300"/>
            <a:ext cx="381000" cy="13081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00200" y="4114800"/>
            <a:ext cx="520700" cy="736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505200" y="6477000"/>
            <a:ext cx="381000" cy="1358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-76200" y="0"/>
            <a:ext cx="18427700" cy="114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9144000" y="0"/>
            <a:ext cx="9144000" cy="114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128000" y="2082800"/>
            <a:ext cx="10325100" cy="51816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902700" y="6578600"/>
            <a:ext cx="10287000" cy="128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309100" y="6680200"/>
            <a:ext cx="8102600" cy="1270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581900" y="2197100"/>
            <a:ext cx="109093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0172700"/>
            <a:ext cx="9144000" cy="114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3300" y="685800"/>
            <a:ext cx="1778000" cy="177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54300" y="660400"/>
            <a:ext cx="1816100" cy="1816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5321300"/>
            <a:ext cx="1752600" cy="175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68600" y="5308600"/>
            <a:ext cx="1765300" cy="17653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281811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5067300" y="5143500"/>
            <a:ext cx="8178800" cy="127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128181100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5143500"/>
            <a:ext cx="15621000" cy="12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16500" y="1193800"/>
            <a:ext cx="8255000" cy="825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086600" y="3098800"/>
            <a:ext cx="4127500" cy="4127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277100" y="3289300"/>
            <a:ext cx="3746500" cy="37465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267700" y="2717800"/>
            <a:ext cx="1778000" cy="1587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426200" y="3962400"/>
            <a:ext cx="5600700" cy="3683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44600" y="3098800"/>
            <a:ext cx="5397500" cy="1651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19200" y="2374900"/>
            <a:ext cx="1968500" cy="1524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44600" y="7721600"/>
            <a:ext cx="5651500" cy="1651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93800" y="6972300"/>
            <a:ext cx="2108200" cy="1016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896600" y="3073400"/>
            <a:ext cx="7251700" cy="1231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305800" y="2349500"/>
            <a:ext cx="12471400" cy="1016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321800" y="7696200"/>
            <a:ext cx="10426700" cy="850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8318500" y="6972300"/>
            <a:ext cx="124714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0172700"/>
            <a:ext cx="9144000" cy="1143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186982100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25500" y="5130800"/>
            <a:ext cx="9004300" cy="127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660400" y="304800"/>
            <a:ext cx="5880100" cy="5943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2800" y="1612900"/>
            <a:ext cx="2946400" cy="2971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84200" y="4800600"/>
            <a:ext cx="4038600" cy="304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23900" y="5943600"/>
            <a:ext cx="3581400" cy="6731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52400" y="-139700"/>
            <a:ext cx="23939500" cy="403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29300" y="787400"/>
            <a:ext cx="11963400" cy="201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638800" y="1612900"/>
            <a:ext cx="368300" cy="3683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195694300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6502400" y="1790700"/>
            <a:ext cx="10909300" cy="12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426200" y="1841500"/>
            <a:ext cx="7251700" cy="1485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75400" y="914400"/>
            <a:ext cx="2514600" cy="9398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52400" y="2095500"/>
            <a:ext cx="23939500" cy="4038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29300" y="3022600"/>
            <a:ext cx="11963400" cy="20193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173240700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6489700" y="4025900"/>
            <a:ext cx="10922000" cy="12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438900" y="4102100"/>
            <a:ext cx="4279900" cy="1320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388100" y="3187700"/>
            <a:ext cx="2235200" cy="8382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52400" y="4330700"/>
            <a:ext cx="23939500" cy="4038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29300" y="5270500"/>
            <a:ext cx="11963400" cy="20193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173240700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10800000">
            <a:off x="6489700" y="6273800"/>
            <a:ext cx="109220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426200" y="6324600"/>
            <a:ext cx="6908800" cy="6731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400800" y="5461000"/>
            <a:ext cx="3352800" cy="12700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52400" y="6565900"/>
            <a:ext cx="23939500" cy="4038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29300" y="7505700"/>
            <a:ext cx="11963400" cy="20193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173240700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10800000">
            <a:off x="6489700" y="8509000"/>
            <a:ext cx="10922000" cy="127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638800" y="3733800"/>
            <a:ext cx="368300" cy="3683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638800" y="5981700"/>
            <a:ext cx="368300" cy="3683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426200" y="8547100"/>
            <a:ext cx="7467600" cy="9779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6400800" y="7696200"/>
            <a:ext cx="27305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0172700"/>
            <a:ext cx="9144000" cy="1143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56000" y="-825500"/>
            <a:ext cx="11506200" cy="10998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3700" y="596900"/>
            <a:ext cx="4152900" cy="2044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798300" y="1917700"/>
            <a:ext cx="61849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60200" y="1244600"/>
            <a:ext cx="3670300" cy="101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98500" y="7099300"/>
            <a:ext cx="6172200" cy="1765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0400" y="6413500"/>
            <a:ext cx="3683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0172700"/>
            <a:ext cx="9144000" cy="1143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30100" y="1079500"/>
            <a:ext cx="5410200" cy="2908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1600200"/>
            <a:ext cx="2476500" cy="306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21300" y="1079500"/>
            <a:ext cx="5410200" cy="2908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186982100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36600" y="5130800"/>
            <a:ext cx="81915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46100" y="4686300"/>
            <a:ext cx="5842000" cy="29210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16200" y="990600"/>
            <a:ext cx="10820400" cy="11264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321300" y="3594100"/>
            <a:ext cx="5410200" cy="56388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182803800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10800000">
            <a:off x="5664200" y="4813300"/>
            <a:ext cx="4711700" cy="12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089400" y="3797300"/>
            <a:ext cx="6756400" cy="1104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562600" y="4864100"/>
            <a:ext cx="5054600" cy="22225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12300" y="990600"/>
            <a:ext cx="10820400" cy="11264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217400" y="3594100"/>
            <a:ext cx="5410200" cy="56388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182803800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10800000">
            <a:off x="12560300" y="4813300"/>
            <a:ext cx="4711700" cy="127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845800" y="6197600"/>
            <a:ext cx="1206500" cy="431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214100" y="3797300"/>
            <a:ext cx="6489700" cy="1092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420600" y="4838700"/>
            <a:ext cx="44450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0172700"/>
            <a:ext cx="9144000" cy="1143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30100" y="1079500"/>
            <a:ext cx="5410200" cy="2908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21300" y="1079500"/>
            <a:ext cx="5410200" cy="29083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869821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36600" y="5130800"/>
            <a:ext cx="8191500" cy="127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16200" y="990600"/>
            <a:ext cx="10820400" cy="11264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21300" y="3594100"/>
            <a:ext cx="5410200" cy="56388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182803800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5664200" y="4813300"/>
            <a:ext cx="47117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37200" y="4864100"/>
            <a:ext cx="3721100" cy="21844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12300" y="990600"/>
            <a:ext cx="10820400" cy="11264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17400" y="3594100"/>
            <a:ext cx="5410200" cy="56388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182803800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12560300" y="4813300"/>
            <a:ext cx="4711700" cy="127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845800" y="6197600"/>
            <a:ext cx="1206500" cy="431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433300" y="4864100"/>
            <a:ext cx="4965700" cy="24511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31900" y="1600200"/>
            <a:ext cx="2476500" cy="3060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546100" y="4686300"/>
            <a:ext cx="5842000" cy="2921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848100" y="3797300"/>
            <a:ext cx="6985000" cy="1104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214100" y="3797300"/>
            <a:ext cx="64897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10172700"/>
            <a:ext cx="9144000" cy="1143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-2147483648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019300" y="3949700"/>
            <a:ext cx="2819400" cy="34798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79900" y="4394200"/>
            <a:ext cx="2755900" cy="25908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744700" y="5676900"/>
            <a:ext cx="2946400" cy="2768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467258400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8100" y="5880100"/>
            <a:ext cx="2933700" cy="2628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024100" y="7429500"/>
            <a:ext cx="520700" cy="1816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71700" y="7188200"/>
            <a:ext cx="482600" cy="180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832100" y="7543800"/>
            <a:ext cx="520700" cy="1828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5156200" y="4013200"/>
            <a:ext cx="23545800" cy="255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